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1"/>
  </p:notesMasterIdLst>
  <p:handoutMasterIdLst>
    <p:handoutMasterId r:id="rId12"/>
  </p:handoutMasterIdLst>
  <p:sldIdLst>
    <p:sldId id="264" r:id="rId5"/>
    <p:sldId id="340" r:id="rId6"/>
    <p:sldId id="403" r:id="rId7"/>
    <p:sldId id="404" r:id="rId8"/>
    <p:sldId id="416" r:id="rId9"/>
    <p:sldId id="41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4A"/>
    <a:srgbClr val="4473C5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ED45A9-1A17-404F-8538-1163A053354C}" v="17" dt="2021-04-13T15:49:09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84" autoAdjust="0"/>
  </p:normalViewPr>
  <p:slideViewPr>
    <p:cSldViewPr snapToGrid="0">
      <p:cViewPr varScale="1">
        <p:scale>
          <a:sx n="88" d="100"/>
          <a:sy n="88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583E93-7F06-4FD5-ADA4-45262C627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25901-863E-43FB-9F23-CCCDED5D22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67944-E7CD-4CBF-B52C-CFDA3DC45EC0}" type="datetimeFigureOut">
              <a:rPr lang="en-US" smtClean="0"/>
              <a:t>6/9/2021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A2B97-BDDF-466E-9AE1-031669AAB6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FE7E-F29A-4A0A-827D-3961508E42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6D75D-FDCD-4C30-A01B-6DBB2744A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098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0682D-FD54-284A-B7C8-2FCD4798133C}" type="datetimeFigureOut">
              <a:rPr lang="en-US" smtClean="0"/>
              <a:t>6/9/2021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F9C84-074E-E141-A3FD-46DE87E4C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8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23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8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2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82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>
            <a:normAutofit/>
          </a:bodyPr>
          <a:lstStyle>
            <a:lvl1pPr algn="l">
              <a:defRPr sz="3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9972" y="1435395"/>
            <a:ext cx="10558130" cy="329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7550" y="1028700"/>
            <a:ext cx="10984850" cy="4800599"/>
          </a:xfrm>
        </p:spPr>
        <p:txBody>
          <a:bodyPr/>
          <a:lstStyle>
            <a:lvl1pPr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spcAft>
                <a:spcPts val="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spcAft>
                <a:spcPts val="200"/>
              </a:spcAft>
              <a:defRPr/>
            </a:lvl3pPr>
            <a:lvl4pPr algn="just">
              <a:spcAft>
                <a:spcPts val="2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spcAft>
                <a:spcPts val="20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A268889-C088-4D9F-A378-39E724A3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491" y="6459784"/>
            <a:ext cx="2881745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64972F-81E4-47C1-8110-0800DB01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/>
          <a:p>
            <a:fld id="{38C60F48-EAB5-A54D-B834-7AA360F3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436" y="6459785"/>
            <a:ext cx="2927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753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C60F48-EAB5-A54D-B834-7AA360F3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097280" y="1737845"/>
            <a:ext cx="100632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Visio_Drawing.vsd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C831E-31FE-4748-8419-ADA5A6AF6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6F61B-8E09-4038-BC83-0CC5D328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F3A99-91F5-44A2-9A29-778E2BCA2F9C}"/>
              </a:ext>
            </a:extLst>
          </p:cNvPr>
          <p:cNvSpPr/>
          <p:nvPr/>
        </p:nvSpPr>
        <p:spPr>
          <a:xfrm>
            <a:off x="1524000" y="703385"/>
            <a:ext cx="9180484" cy="472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Hands-on Open vSwitch and Software-defined Networking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Jorge Crichigno, Shahrin Sharif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University of South Carolina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http://ce.sc.edu/cyberinfra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jcrichigno@cec.sc.edu, ssharif@email.sc.edu 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/>
            <a:r>
              <a:rPr lang="en-US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WASTC 2021 virtual Faculty Development Weeks (</a:t>
            </a:r>
            <a:r>
              <a:rPr lang="en-US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vFDW</a:t>
            </a:r>
            <a:r>
              <a:rPr lang="en-US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 21,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34174-A486-4AB5-8086-B6BB0A69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B140-3A3C-4B97-9CA7-D5ABD60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87D-8125-4449-B24B-5D69203C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4212-9CDB-4AEA-91E9-A2A73185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5898A4-75F5-4EFD-A975-A25B79A6ACD3}"/>
              </a:ext>
            </a:extLst>
          </p:cNvPr>
          <p:cNvSpPr txBox="1"/>
          <p:nvPr/>
        </p:nvSpPr>
        <p:spPr>
          <a:xfrm>
            <a:off x="1459407" y="2562523"/>
            <a:ext cx="9390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</a:rPr>
              <a:t>Lab 3: Introduction to Open vSwitch</a:t>
            </a:r>
          </a:p>
        </p:txBody>
      </p:sp>
    </p:spTree>
    <p:extLst>
      <p:ext uri="{BB962C8B-B14F-4D97-AF65-F5344CB8AC3E}">
        <p14:creationId xmlns:p14="http://schemas.microsoft.com/office/powerpoint/2010/main" val="354132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209-383F-4C01-82CC-D2F99971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C6886-4E51-4FCE-9CB6-B02F2B2FB8F0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1775536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B140-3A3C-4B97-9CA7-D5ABD60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87D-8125-4449-B24B-5D69203C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4212-9CDB-4AEA-91E9-A2A73185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DF1006-3B8E-44E9-A881-E95BE7A6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181100"/>
            <a:ext cx="10984850" cy="4800599"/>
          </a:xfrm>
        </p:spPr>
        <p:txBody>
          <a:bodyPr/>
          <a:lstStyle/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Open vSwitch basic concept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Open vSwitch architecture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Explore Open vSwitch features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1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209-383F-4C01-82CC-D2F99971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vSwitch overview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C6886-4E51-4FCE-9CB6-B02F2B2FB8F0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4965050" cy="12699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B140-3A3C-4B97-9CA7-D5ABD60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87D-8125-4449-B24B-5D69203C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4212-9CDB-4AEA-91E9-A2A73185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DF1006-3B8E-44E9-A881-E95BE7A6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181100"/>
            <a:ext cx="10984850" cy="4800599"/>
          </a:xfrm>
        </p:spPr>
        <p:txBody>
          <a:bodyPr/>
          <a:lstStyle/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An open-source software switch in virtual environments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Forwards traffic between different VMs on the same physical host 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Includes most of the physical switch features such as sFlow, NetFlow, IPFIX</a:t>
            </a:r>
          </a:p>
          <a:p>
            <a:pPr marL="0" indent="0">
              <a:buNone/>
            </a:pPr>
            <a:endParaRPr lang="en-US" dirty="0"/>
          </a:p>
          <a:p>
            <a:pPr marL="292100" indent="-2921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87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209-383F-4C01-82CC-D2F99971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Topology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C6886-4E51-4FCE-9CB6-B02F2B2FB8F0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2842336" cy="12699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B140-3A3C-4B97-9CA7-D5ABD60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87D-8125-4449-B24B-5D69203C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4212-9CDB-4AEA-91E9-A2A73185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6405717-7CAF-49ED-BCC1-2DC5EB100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181101"/>
            <a:ext cx="5128336" cy="4174670"/>
          </a:xfrm>
        </p:spPr>
        <p:txBody>
          <a:bodyPr>
            <a:normAutofit/>
          </a:bodyPr>
          <a:lstStyle/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Switch s1 is an Open vSwitch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Hosts h1 and h2 belong to the network 10.0.0.0/8.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The lab aims to show some basic features of an Open vSwitch such as switch version, MAC address table, flow table and other features offered by Open vSwitch utility tools.</a:t>
            </a:r>
          </a:p>
          <a:p>
            <a:pPr marL="292100" indent="-2921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01D9CA-1162-416F-ACA0-7E2F60BA6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7115" y="13171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DD9F74E-1924-4214-888A-408D62C5B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196986"/>
              </p:ext>
            </p:extLst>
          </p:nvPr>
        </p:nvGraphicFramePr>
        <p:xfrm>
          <a:off x="6466116" y="1317170"/>
          <a:ext cx="4550918" cy="3298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114276" imgH="2257277" progId="Visio.Drawing.15">
                  <p:embed/>
                </p:oleObj>
              </mc:Choice>
              <mc:Fallback>
                <p:oleObj name="Visio" r:id="rId4" imgW="3114276" imgH="225727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6116" y="1317170"/>
                        <a:ext cx="4550918" cy="32983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292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209-383F-4C01-82CC-D2F99971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vSwitch features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C6886-4E51-4FCE-9CB6-B02F2B2FB8F0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4856193" cy="12699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B140-3A3C-4B97-9CA7-D5ABD60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87D-8125-4449-B24B-5D69203C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4212-9CDB-4AEA-91E9-A2A73185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1" y="6459782"/>
            <a:ext cx="1720298" cy="3651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6405717-7CAF-49ED-BCC1-2DC5EB100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49" y="1181101"/>
            <a:ext cx="10984849" cy="4969328"/>
          </a:xfrm>
        </p:spPr>
        <p:txBody>
          <a:bodyPr>
            <a:normAutofit/>
          </a:bodyPr>
          <a:lstStyle/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ovs-vsctl tool to show Open vSwitch information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Open vSwitch version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Bri</a:t>
            </a:r>
            <a:r>
              <a:rPr lang="en-US" altLang="en-US" dirty="0"/>
              <a:t>dge list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Port list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Database contents</a:t>
            </a:r>
          </a:p>
          <a:p>
            <a:pPr marL="292608" lvl="1" indent="0">
              <a:buNone/>
            </a:pPr>
            <a:endParaRPr lang="en-US" altLang="en-US" sz="1800" dirty="0"/>
          </a:p>
          <a:p>
            <a:pPr marL="292100" indent="-292100">
              <a:buFont typeface="Arial" panose="020B0604020202020204" pitchFamily="34" charset="0"/>
              <a:buChar char="•"/>
            </a:pPr>
            <a:r>
              <a:rPr lang="en-US" dirty="0"/>
              <a:t>ovs-ofctl tool to show Open vSwitch information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altLang="en-US" sz="1800" dirty="0"/>
              <a:t>Open vSwitch flow entries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dirty="0"/>
              <a:t>Port statistics</a:t>
            </a:r>
          </a:p>
          <a:p>
            <a:pPr marL="578358" lvl="1" indent="-285750">
              <a:buFont typeface="Wingdings" panose="05000000000000000000" pitchFamily="2" charset="2"/>
              <a:buChar char="Ø"/>
            </a:pPr>
            <a:r>
              <a:rPr lang="en-US" dirty="0"/>
              <a:t>Entries in datapath table</a:t>
            </a:r>
          </a:p>
        </p:txBody>
      </p:sp>
    </p:spTree>
    <p:extLst>
      <p:ext uri="{BB962C8B-B14F-4D97-AF65-F5344CB8AC3E}">
        <p14:creationId xmlns:p14="http://schemas.microsoft.com/office/powerpoint/2010/main" val="28222293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E9BF78DBE9F44B69931E9E3B04E4C" ma:contentTypeVersion="12" ma:contentTypeDescription="Create a new document." ma:contentTypeScope="" ma:versionID="48a60e5681947284f55842ae4513c57c">
  <xsd:schema xmlns:xsd="http://www.w3.org/2001/XMLSchema" xmlns:xs="http://www.w3.org/2001/XMLSchema" xmlns:p="http://schemas.microsoft.com/office/2006/metadata/properties" xmlns:ns3="d6fbfab7-9d39-477a-9cf1-37e1ac20387c" xmlns:ns4="fa9cef89-c1df-4309-9563-128dca384625" targetNamespace="http://schemas.microsoft.com/office/2006/metadata/properties" ma:root="true" ma:fieldsID="906b2119354cc952677e4a6d0078ad36" ns3:_="" ns4:_="">
    <xsd:import namespace="d6fbfab7-9d39-477a-9cf1-37e1ac20387c"/>
    <xsd:import namespace="fa9cef89-c1df-4309-9563-128dca3846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fab7-9d39-477a-9cf1-37e1ac203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cef89-c1df-4309-9563-128dca384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9E0882-A341-43E9-B916-4ECF0337B0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9D09DD-F8F7-4D11-A027-3AA6B90806B5}">
  <ds:schemaRefs>
    <ds:schemaRef ds:uri="http://schemas.microsoft.com/office/2006/documentManagement/types"/>
    <ds:schemaRef ds:uri="http://purl.org/dc/elements/1.1/"/>
    <ds:schemaRef ds:uri="d6fbfab7-9d39-477a-9cf1-37e1ac20387c"/>
    <ds:schemaRef ds:uri="fa9cef89-c1df-4309-9563-128dca384625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C36BE5-0CFC-47E1-9E37-BE3E5350D4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fab7-9d39-477a-9cf1-37e1ac20387c"/>
    <ds:schemaRef ds:uri="fa9cef89-c1df-4309-9563-128dca3846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2012</TotalTime>
  <Words>205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Avenir Next</vt:lpstr>
      <vt:lpstr>Calibri</vt:lpstr>
      <vt:lpstr>Calibri Light</vt:lpstr>
      <vt:lpstr>Segoe UI</vt:lpstr>
      <vt:lpstr>Wingdings</vt:lpstr>
      <vt:lpstr>Retrospect</vt:lpstr>
      <vt:lpstr>Visio</vt:lpstr>
      <vt:lpstr>PowerPoint Presentation</vt:lpstr>
      <vt:lpstr>PowerPoint Presentation</vt:lpstr>
      <vt:lpstr>Content</vt:lpstr>
      <vt:lpstr>Open vSwitch overview</vt:lpstr>
      <vt:lpstr>Lab Topology</vt:lpstr>
      <vt:lpstr>Open vSwitch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Sharif, Shahrin</cp:lastModifiedBy>
  <cp:revision>61</cp:revision>
  <dcterms:created xsi:type="dcterms:W3CDTF">2020-04-03T21:33:21Z</dcterms:created>
  <dcterms:modified xsi:type="dcterms:W3CDTF">2021-06-09T04:27:05Z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0x0101000B6E9BF78DBE9F44B69931E9E3B04E4C</vt:lpwstr>
  </property>
</Properties>
</file>